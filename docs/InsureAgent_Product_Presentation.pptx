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InsureAgent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</a:defRPr>
            </a:pPr>
            <a:r>
              <a:t>Insurance Agent CRM &amp; Dashboard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</a:defRPr>
            </a:pPr>
            <a:r>
              <a:t>Streamline lead management, product catalogs, and appointment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3C5FD"/>
                </a:solidFill>
              </a:defRPr>
            </a:pPr>
            <a:r>
              <a:t>Product Overview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The Problem &amp; 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Insurance agents juggle spreadsheets,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sticky notes, and multiple tools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Leads fall through the cracks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No centralized product catalog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Appointment scheduling is manual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No visibility into pipeline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InsureAgent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480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One unified dashboard for everything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Full lead lifecycle management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Organized product &amp; category catalog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Built-in calendar scheduling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Real-time stats and pipeline view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Secure, role-based access (JWT)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Lead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Create, edit, delete leads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7-stage status pipeline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Activity notes &amp; history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Filter by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4592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645920"/>
            <a:ext cx="256032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Product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02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Products with categories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Premium &amp; coverage info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Active/inactive toggle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Document attachments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5603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Calendar &amp; Scheduling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Create time slots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Book/unbook appointments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Filter available slots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Agent-based scheduling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645920"/>
            <a:ext cx="25603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25603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Dashboard &amp;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011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Real-time stats cards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Lead pipeline overview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Recent activity feed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Quick action buttons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Lead Pipeline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011680"/>
            <a:ext cx="13716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011680"/>
            <a:ext cx="1371600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CONTACTED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011680"/>
            <a:ext cx="1371600" cy="9144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QUALIFIED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011680"/>
            <a:ext cx="1371600" cy="91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011680"/>
            <a:ext cx="137160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NEGOTIATION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011680"/>
            <a:ext cx="137160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1488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0" y="2011680"/>
            <a:ext cx="13716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t>Full Lead Lifecycle Features: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Create leads with contact details (name, email, phone, source)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Assign leads to specific agents for follow-up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Track status transitions through the complete pipeline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Add timestamped activity notes to maintain conversation history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Filter and search leads by status for focused pipeline management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•  Full edit and delete capabilities with confirmation dialogs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00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Frontend (React SPA)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React 18 + TypeScript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Vite build tool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Tailwind CSS styling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React Router navigation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Axios HTTP client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JWT token management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Responsive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2004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REST API</a:t>
            </a:r>
            <a:br/>
            <a:r>
              <a:t>(JSON)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2004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Backend (Spring Boot)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Java 21 + Virtual Threads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Security + JWT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Data JPA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MapStruct DTO mapping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Flyway migrations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RESTful API design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Swagger/OpenAPI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JDBC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645920"/>
            <a:ext cx="32004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1645920"/>
            <a:ext cx="320040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Database (PostgreSQL)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40280"/>
            <a:ext cx="2651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UUID primary keys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Relational data model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Leads &amp; Notes tables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Products &amp; Categories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Calendar Slots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User &amp; Role management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pgvector support (AI-ready)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64592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64592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React 18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TypeScript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Vite 6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Tailwind CSS 3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React Router 6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Axios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Lucide Icons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64592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2651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402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Java 21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Boot 3.4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Security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Data JPA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MapStruct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Flyway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Lombok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PostgreSQL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UUID Keys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Flyway Migrations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pgvector Extension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64592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645920"/>
            <a:ext cx="26517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</a:defRPr>
            </a:pPr>
            <a:r>
              <a:t>DevOps &amp;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24028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Git Version Control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Maven Build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Swagger UI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JWT Authentication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Vite Dev Proxy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Dotenv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Security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029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JWT (JSON Web Token) based auth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HMAC SHA-256 token signing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24-hour token expiration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Stateless session management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Role-based access (AGENT / ADMIN)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Automatic 401 redirect on expiry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Secure password storage (BCrypt)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CSRF protection disabled for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5448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029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Auth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1. User submits credentials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2. Server validates &amp; returns JWT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3. Token stored in localStorage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4. Axios interceptor attaches token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5. Every API call includes Bearer token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6. Server validates token per request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7. On 401, client redirects to login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8. Token auto-refreshes on new login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RESTful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55448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554480"/>
            <a:ext cx="27432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/auth/register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/auth/login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5448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554480"/>
            <a:ext cx="27432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/leads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/leads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/leads/{id}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PUT /leads/{id}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DELETE /leads/{id}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/leads/status/{s}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/leads/{id}/notes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/leads/{id}/notes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74320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/products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/products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PUT /products/{id}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DELETE /products/{id}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/products/category/{id}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/products/{id}/docs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/products/{id}/docs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554480"/>
            <a:ext cx="2743200" cy="45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52560" y="1554480"/>
            <a:ext cx="27432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/calendar/slots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POST /calendar/slots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PUT /calendar/slots/{id}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DELETE /calendar/slots/{id}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GET /slots/available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11827"/>
                </a:solidFill>
              </a:defRPr>
            </a:pPr>
            <a:r>
              <a:t>Product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6517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A34A"/>
                </a:solidFill>
              </a:defRPr>
            </a:pPr>
            <a:r>
              <a:t>Phase 1 - Done</a:t>
            </a:r>
            <a:br/>
            <a:r>
              <a:t>Core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Spring Boot API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JWT Authentication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Leads CRUD + Notes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Products &amp; Categories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Calendar Slots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554480"/>
            <a:ext cx="26517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Phase 2 - Done</a:t>
            </a:r>
            <a:br/>
            <a:r>
              <a:t>React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1488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Dashboard with stats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Lead management UI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Product catalog UI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Category management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Calendar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2651760" cy="54864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333EA"/>
                </a:solidFill>
              </a:defRPr>
            </a:pPr>
            <a:r>
              <a:t>Phase 3 - Planned</a:t>
            </a:r>
            <a:br/>
            <a:r>
              <a:t>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Email notifications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File upload support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Advanced reporting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AI-powered lead scoring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Mobile-responsive PWA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554480"/>
            <a:ext cx="265176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6840" y="1554480"/>
            <a:ext cx="2651760" cy="5486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280"/>
                </a:solidFill>
              </a:defRPr>
            </a:pPr>
            <a:r>
              <a:t>Phase 4 - Future</a:t>
            </a:r>
            <a:br/>
            <a:r>
              <a:t>Scale &amp; Integrate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4884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Multi-tenant support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Third-party integrations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Automated workflows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Real-time notifications</a:t>
            </a:r>
          </a:p>
          <a:p>
            <a:pPr>
              <a:spcBef>
                <a:spcPts val="300"/>
              </a:spcBef>
              <a:defRPr sz="1300">
                <a:solidFill>
                  <a:srgbClr val="6B7280"/>
                </a:solidFill>
              </a:defRPr>
            </a:pPr>
            <a:r>
              <a:t>Performance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FDBFE"/>
                </a:solidFill>
              </a:defRPr>
            </a:pPr>
            <a:r>
              <a:t>InsureAgent - Insurance Agent CRM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3C5FD"/>
                </a:solidFill>
              </a:defRPr>
            </a:pPr>
            <a:r>
              <a:t>Built with React 18 + Spring Boot 3.4 + PostgreSQL</a:t>
            </a:r>
            <a:br/>
            <a:r>
              <a:t>Secured with JWT Authentication</a:t>
            </a:r>
            <a:br/>
            <a:r>
              <a:t>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